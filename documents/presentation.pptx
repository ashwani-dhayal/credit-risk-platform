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AI-Powered Credit Risk Intelligence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NeoStats AI Engineer Assignment —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Banks must make faster, more accurate, and explainable credit decisions.</a:t>
            </a:r>
          </a:p>
          <a:p>
            <a:pPr/>
            <a:r>
              <a:rPr sz="1800"/>
              <a:t>Identify high-risk applicants early; automate risk scoring.</a:t>
            </a:r>
          </a:p>
          <a:p>
            <a:pPr/>
            <a:r>
              <a:rPr sz="1800"/>
              <a:t>Provide auditable, regulator-friendly reasons for every decision.</a:t>
            </a:r>
          </a:p>
          <a:p>
            <a:pPr/>
            <a:r>
              <a:rPr sz="1800"/>
              <a:t>Let business analysts explore the portfolio in plain English.</a:t>
            </a:r>
          </a:p>
          <a:p>
            <a:pPr/>
            <a:r>
              <a:rPr sz="1800"/>
              <a:t>Bridge ML insights and credit policy through readable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Solution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End-to-end platform: EDA → ML → Explainability → Rules → Chatbot.</a:t>
            </a:r>
          </a:p>
          <a:p>
            <a:pPr/>
            <a:r>
              <a:rPr sz="1800"/>
              <a:t>Single Streamlit UI with 6 sections; one Docker command to run.</a:t>
            </a:r>
          </a:p>
          <a:p>
            <a:pPr/>
            <a:r>
              <a:rPr sz="1800"/>
              <a:t>ML model returns probability + Low/Medium/High band + Decision.</a:t>
            </a:r>
          </a:p>
          <a:p>
            <a:pPr/>
            <a:r>
              <a:rPr sz="1800"/>
              <a:t>SHAP TreeExplainer attributes every score to ranked feature drivers.</a:t>
            </a:r>
          </a:p>
          <a:p>
            <a:pPr/>
            <a:r>
              <a:rPr sz="1800"/>
              <a:t>Talk-to-Data agent translates English to safe, read-only SQLite SQL.</a:t>
            </a:r>
          </a:p>
          <a:p>
            <a:pPr/>
            <a:r>
              <a:rPr sz="1800"/>
              <a:t>Decision-tree rules give credit officers an audit-ready policy 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Streamlit UI → src/ml (LightGBM + SHAP) and src/rules (decision tree).</a:t>
            </a:r>
          </a:p>
          <a:p>
            <a:pPr/>
            <a:r>
              <a:rPr sz="1800"/>
              <a:t>src/data ingests CSV → SQLite (single source of truth for ML &amp; chatbot).</a:t>
            </a:r>
          </a:p>
          <a:p>
            <a:pPr/>
            <a:r>
              <a:rPr sz="1800"/>
              <a:t>src/llm: provider auto-detect (OpenAI → Groq → Gemini → fallback parser).</a:t>
            </a:r>
          </a:p>
          <a:p>
            <a:pPr/>
            <a:r>
              <a:rPr sz="1800"/>
              <a:t>src/utils/sql_safety: blocks DDL/DML, single-statement, LIMIT enforced.</a:t>
            </a:r>
          </a:p>
          <a:p>
            <a:pPr/>
            <a:r>
              <a:rPr sz="1800"/>
              <a:t>Dockerfile pre-trains the model at build time so the app boots ready.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Module 1 — EDA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EXT_SOURCE_* are the strongest single predictors; high scores cut default ~5×.</a:t>
            </a:r>
          </a:p>
          <a:p>
            <a:pPr/>
            <a:r>
              <a:rPr sz="1800"/>
              <a:t>Credit-to-income ratio matters more than absolute income.</a:t>
            </a:r>
          </a:p>
          <a:p>
            <a:pPr/>
            <a:r>
              <a:rPr sz="1800"/>
              <a:t>Higher-education / Academic-degree applicants default less.</a:t>
            </a:r>
          </a:p>
          <a:p>
            <a:pPr/>
            <a:r>
              <a:rPr sz="1800"/>
              <a:t>Younger applicants (≤30y) are riskier; flattens after ~45.</a:t>
            </a:r>
          </a:p>
          <a:p>
            <a:pPr/>
            <a:r>
              <a:rPr sz="1800"/>
              <a:t>Employment tenure protects; sentinel DAYS_EMPLOYED=365243 must be NaN.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Module 2 — Talk-to-Data Chatbot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Pipeline: NL question → LLM → JSON {sql} → safety guard → run → summarise.</a:t>
            </a:r>
          </a:p>
          <a:p>
            <a:pPr/>
            <a:r>
              <a:rPr sz="1800"/>
              <a:t>Pinned schema + 4 few-shot examples + temperature=0 + max 256 output tokens.</a:t>
            </a:r>
          </a:p>
          <a:p>
            <a:pPr/>
            <a:r>
              <a:rPr sz="1800"/>
              <a:t>Static guardrails: SELECT-only, single statement, LIMIT cap, table allowlist.</a:t>
            </a:r>
          </a:p>
          <a:p>
            <a:pPr/>
            <a:r>
              <a:rPr sz="1800"/>
              <a:t>Read-only SQLite connection (mode=ro) for execution.</a:t>
            </a:r>
          </a:p>
          <a:p>
            <a:pPr/>
            <a:r>
              <a:rPr sz="1800"/>
              <a:t>Deterministic fallback parser handles 9 canonical questions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Module 3 — Machine Learning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Algorithm: LightGBM • scale_pos_weight handles 8% imbalance.</a:t>
            </a:r>
          </a:p>
          <a:p>
            <a:pPr/>
            <a:r>
              <a:rPr sz="1800"/>
              <a:t>Validation: 80/20 stratified split.</a:t>
            </a:r>
          </a:p>
          <a:p>
            <a:pPr/>
            <a:r>
              <a:rPr sz="1800"/>
              <a:t>ROC-AUC: 0.8952 | KS: 0.6571 | PR-AUC: 0.5109</a:t>
            </a:r>
          </a:p>
          <a:p>
            <a:pPr/>
            <a:r>
              <a:rPr sz="1800"/>
              <a:t>Operating threshold: 0.0631 (Youden's J).</a:t>
            </a:r>
          </a:p>
          <a:p>
            <a:pPr/>
            <a:r>
              <a:rPr sz="1800"/>
              <a:t>Risk bands: Low &lt;0.20, Medium &lt;0.50, High otherwise.</a:t>
            </a:r>
          </a:p>
          <a:p>
            <a:pPr/>
            <a:r>
              <a:rPr sz="1800"/>
              <a:t>Decision: Approve / Review / Reject (configurable in .env).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Module 4 — Explainable AI (SHAP)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Per-applicant: top contributors with sign and direction (increases / decreases risk).</a:t>
            </a:r>
          </a:p>
          <a:p>
            <a:pPr/>
            <a:r>
              <a:rPr sz="1800"/>
              <a:t>Global: mean |SHAP| over a sample of 400 rows.</a:t>
            </a:r>
          </a:p>
          <a:p>
            <a:pPr/>
            <a:r>
              <a:rPr sz="1800"/>
              <a:t>Exact Shapley values via TreeExplainer — no approximation.</a:t>
            </a:r>
          </a:p>
          <a:p>
            <a:pPr/>
            <a:r>
              <a:rPr sz="1800"/>
              <a:t>EXT_SOURCE_MEAN, CREDIT_INCOME_RATIO, EXT_SOURCE_2 dominate the global ranking.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Module 5 — Decision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Depth-4 tree fit on the same engineered features as the model.</a:t>
            </a:r>
          </a:p>
          <a:p>
            <a:pPr/>
            <a:r>
              <a:rPr sz="1800"/>
              <a:t>Each leaf → IF-THEN rule with support, default-rate, and lift.</a:t>
            </a:r>
          </a:p>
          <a:p>
            <a:pPr/>
            <a:r>
              <a:rPr sz="1800"/>
              <a:t>Top rules in the bundled run:</a:t>
            </a:r>
          </a:p>
          <a:p>
            <a:pPr/>
            <a:r>
              <a:rPr sz="1800"/>
              <a:t>R1: High | support 11.79% | default rate 66.72% | lift 8.34×</a:t>
            </a:r>
          </a:p>
          <a:p>
            <a:pPr/>
            <a:r>
              <a:rPr sz="1800"/>
              <a:t>R13: High | support 6.86% | default rate 88.31% | lift 11.04×</a:t>
            </a:r>
          </a:p>
          <a:p>
            <a:pPr/>
            <a:r>
              <a:rPr sz="1800"/>
              <a:t>R8: Medium | support 17.3% | default rate 24.71% | lift 3.09×</a:t>
            </a:r>
          </a:p>
          <a:p>
            <a:pPr/>
            <a:r>
              <a:rPr sz="1800"/>
              <a:t>R7: High | support 5.79% | default rate 55.18% | lift 6.9×</a:t>
            </a:r>
          </a:p>
          <a:p>
            <a:pPr/>
            <a:r>
              <a:rPr sz="1800"/>
              <a:t>R9: High | support 2.68% | default rate 79.95% | lift 9.99×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Module 6 — Dockerised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One command: docker compose up --build.</a:t>
            </a:r>
          </a:p>
          <a:p>
            <a:pPr/>
            <a:r>
              <a:rPr sz="1800"/>
              <a:t>Multi-stage Dockerfile (builder + slim runtime, non-root user).</a:t>
            </a:r>
          </a:p>
          <a:p>
            <a:pPr/>
            <a:r>
              <a:rPr sz="1800"/>
              <a:t>Pre-trains the model at build time; healthcheck on /_stcore/health.</a:t>
            </a:r>
          </a:p>
          <a:p>
            <a:pPr/>
            <a:r>
              <a:rPr sz="1800"/>
              <a:t>Volumes: data/raw is read-only mount; models/ persisted on host.</a:t>
            </a:r>
          </a:p>
          <a:p>
            <a:pPr/>
            <a:r>
              <a:rPr sz="1800"/>
              <a:t>.env.example documents every variable; auto-detect picks any LLM key.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Prompt Engineering &amp; Hallucination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JSON-only contract: model emits {"sql": "..."}; we parse deterministically.</a:t>
            </a:r>
          </a:p>
          <a:p>
            <a:pPr/>
            <a:r>
              <a:rPr sz="1800"/>
              <a:t>Pinned schema with column descriptions reduces guessing.</a:t>
            </a:r>
          </a:p>
          <a:p>
            <a:pPr/>
            <a:r>
              <a:rPr sz="1800"/>
              <a:t>Few-shot examples are short (4 cases) to keep input tokens low.</a:t>
            </a:r>
          </a:p>
          <a:p>
            <a:pPr/>
            <a:r>
              <a:rPr sz="1800"/>
              <a:t>Temperature 0; max 256 output tokens.</a:t>
            </a:r>
          </a:p>
          <a:p>
            <a:pPr/>
            <a:r>
              <a:rPr sz="1800"/>
              <a:t>Static SQL safety: regex + sqlparse validates before execution.</a:t>
            </a:r>
          </a:p>
          <a:p>
            <a:pPr/>
            <a:r>
              <a:rPr sz="1800"/>
              <a:t>Result-grounded summary prompt forbids invented numbers.</a:t>
            </a:r>
          </a:p>
          <a:p>
            <a:pPr/>
            <a:r>
              <a:rPr sz="1800"/>
              <a:t>Hard fallback path keeps the demo working when the LLM is unavailable.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Token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Schema (~25 columns) sent once per turn; no DB introspection round-trip.</a:t>
            </a:r>
          </a:p>
          <a:p>
            <a:pPr/>
            <a:r>
              <a:rPr sz="1800"/>
              <a:t>Compact column descriptions (1 line each) instead of verbose comments.</a:t>
            </a:r>
          </a:p>
          <a:p>
            <a:pPr/>
            <a:r>
              <a:rPr sz="1800"/>
              <a:t>Few-shot examples reuse the same column names so the model latches faster.</a:t>
            </a:r>
          </a:p>
          <a:p>
            <a:pPr/>
            <a:r>
              <a:rPr sz="1800"/>
              <a:t>max_tokens caps output; we expect &lt;50 tokens for most SQL replies.</a:t>
            </a:r>
          </a:p>
          <a:p>
            <a:pPr/>
            <a:r>
              <a:rPr sz="1800"/>
              <a:t>Summarisation only sees the result rows we actually return (≤20).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Evaluation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46304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1960"/>
                <a:gridCol w="4251960"/>
              </a:tblGrid>
              <a:tr h="365760">
                <a:tc>
                  <a:txBody>
                    <a:bodyPr/>
                    <a:lstStyle/>
                    <a:p>
                      <a:r>
                        <a:rPr sz="16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0.8952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0.5109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KS 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0.6571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F1 @ optimal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0.3994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Optimal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0.0631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Default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0.08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Train rows / Val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8000 / 2000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How To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git clone https://github.com/ashwani-dhayal/credit-risk-platform.git</a:t>
            </a:r>
          </a:p>
          <a:p>
            <a:pPr/>
            <a:r>
              <a:rPr sz="1800"/>
              <a:t>cd credit-risk-platform</a:t>
            </a:r>
          </a:p>
          <a:p>
            <a:pPr/>
            <a:r>
              <a:rPr sz="1800"/>
              <a:t>cp .env.example .env  # add ONE LLM key (optional)</a:t>
            </a:r>
          </a:p>
          <a:p>
            <a:pPr/>
            <a:r>
              <a:rPr sz="1800"/>
              <a:t>docker compose up --build</a:t>
            </a:r>
          </a:p>
          <a:p>
            <a:pPr/>
            <a:r>
              <a:rPr sz="1800"/>
              <a:t>Open http://localhost:8501</a:t>
            </a:r>
          </a:p>
          <a:p>
            <a:pPr/>
            <a:r>
              <a:rPr sz="1800"/>
              <a:t>Local mode: python -m venv .venv &amp;&amp; pip install -r requirements.txt; python scripts/train_model.py; streamlit run app/streamlit_app.py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Limitations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Only application_train modelled — adding bureau / previous_application feature aggregations should lift AUC by ~0.03 on real Kaggle data.</a:t>
            </a:r>
          </a:p>
          <a:p>
            <a:pPr/>
            <a:r>
              <a:rPr sz="1800"/>
              <a:t>No data-drift monitoring yet (Evidently / WhyLogs are obvious next steps).</a:t>
            </a:r>
          </a:p>
          <a:p>
            <a:pPr/>
            <a:r>
              <a:rPr sz="1800"/>
              <a:t>Single-tenant SQLite — switch to Postgres for multi-user.</a:t>
            </a:r>
          </a:p>
          <a:p>
            <a:pPr/>
            <a:r>
              <a:rPr sz="1800"/>
              <a:t>No UI auth — put behind a reverse proxy in production.</a:t>
            </a:r>
          </a:p>
          <a:p>
            <a:pPr/>
            <a:r>
              <a:rPr sz="1800"/>
              <a:t>LLM cost cap is per-call; daily quotas would need Redis-based rate limiting.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77B4"/>
                </a:solidFill>
              </a:rP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Repo: https://github.com/ashwani-dhayal/credit-risk-platform</a:t>
            </a:r>
          </a:p>
          <a:p>
            <a:pPr/>
            <a:r>
              <a:rPr sz="1800"/>
              <a:t>Author: Ashwani Dhayal</a:t>
            </a:r>
          </a:p>
          <a:p>
            <a:pPr/>
            <a:r>
              <a:rPr sz="1800"/>
              <a:t>Submission for NeoStats AI Engineer assignment.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